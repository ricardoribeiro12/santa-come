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ProjetoCASA/santa-come/public/images/interi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52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5852160" cy="6858000"/>
          </a:xfrm>
          <a:prstGeom prst="rect">
            <a:avLst/>
          </a:prstGeom>
          <a:solidFill>
            <a:srgbClr val="15110F">
              <a:alpha val="65000"/>
            </a:srgbClr>
          </a:solidFill>
          <a:ln/>
        </p:spPr>
      </p:sp>
      <p:pic>
        <p:nvPicPr>
          <p:cNvPr id="4" name="Image 1" descr="C:/ProjetoCASA/santa-come/public/images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822960" cy="822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COME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48640" y="187452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próprio + gestão digital do menu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548640" y="3840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para levar o Santa Come para o digital — sem apps, sem complicações, sempre atualizado.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de hoje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só existe em papel/poster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8470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muda um preço ou um prato do dia, é preciso imprimir de novo.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presença fora das redes sociais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30358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procura o restaurante no Google não encontra site, horário nem morada oficial.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fala português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42245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Turistas e visitantes estrangeiros não conseguem ler o menu nem os contactos.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411480" cy="411480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forma de destacar promoções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54132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da Sapateira, Fim de Ano — cada época especial precisa de material novo.</a:t>
            </a:r>
            <a:endParaRPr lang="en-US" sz="1250" dirty="0"/>
          </a:p>
        </p:txBody>
      </p:sp>
      <p:pic>
        <p:nvPicPr>
          <p:cNvPr id="19" name="Image 0" descr="C:/ProjetoCASA/santa-come/public/imag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92024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site próprio, com identidade do Santa Come, que os donos conseguem atualizar sozinhos — sem programador.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201A1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à medida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Preto, laranja e branco — a identidade visual do Santa Come, em todos os ecrãs.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9659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201A17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idiomas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6060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Português, inglês, francês e alemão — troca instantânea, sem recarregar a página.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201A1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em minutos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donos editam o menu, os pratos do dia e as promoções numa simples folha de Excel/Google Sheets.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93192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201A17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online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45720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alojado com base de dados própria — disponível 24h, em qualquer telemóvel ou computador.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D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Novidade: QR Code nas mesas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mesa passa a ter um código QR — o cliente aponta a câmara do telemóvel e o menu digital abre na hora, sempre com os preços e pratos do dia atualizados.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79192"/>
            <a:ext cx="109728" cy="109728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328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apps para instalar — abre direto no browser do telemóvel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47872"/>
            <a:ext cx="109728" cy="109728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0156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código para o site inteiro: menu completo + pratos do dia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16552"/>
            <a:ext cx="109728" cy="109728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2702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a partir do link do site — grátis, sem mensalidade extra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285232"/>
            <a:ext cx="109728" cy="109728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13892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imprimir em autocolante ou suporte de mesa, com o logótipo do Santa Come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051560"/>
            <a:ext cx="3931920" cy="4251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1511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371600"/>
            <a:ext cx="3291840" cy="3291840"/>
          </a:xfrm>
          <a:prstGeom prst="rect">
            <a:avLst/>
          </a:prstGeom>
          <a:solidFill>
            <a:srgbClr val="15110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60106" y="1667866"/>
            <a:ext cx="724205" cy="724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08238" y="1815998"/>
            <a:ext cx="427939" cy="427939"/>
          </a:xfrm>
          <a:prstGeom prst="rect">
            <a:avLst/>
          </a:prstGeom>
          <a:solidFill>
            <a:srgbClr val="15110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35210" y="1667866"/>
            <a:ext cx="724205" cy="724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3342" y="1815998"/>
            <a:ext cx="427939" cy="427939"/>
          </a:xfrm>
          <a:prstGeom prst="rect">
            <a:avLst/>
          </a:prstGeom>
          <a:solidFill>
            <a:srgbClr val="15110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60106" y="3642970"/>
            <a:ext cx="724205" cy="724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308238" y="3791102"/>
            <a:ext cx="427939" cy="427939"/>
          </a:xfrm>
          <a:prstGeom prst="rect">
            <a:avLst/>
          </a:prstGeom>
          <a:solidFill>
            <a:srgbClr val="15110F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4773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câmara para ver o menu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simples, dados seguros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EDE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reservada com password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846320" y="15544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tem a password acede à gestão — o link não aparece em lado nenhum do site público.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EDE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formas de editar o menu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46320" y="2788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próprio (formulário simples) OU uma folha de Google Sheets — o que for mais confortável.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EDE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23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 festivas com um interruptor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46320" y="40233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Ligar/desligar campanhas como o Festival da Sapateira ou o Jantar de Fim de Ano, sem mexer em código.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EDE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257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própria e hosting seguro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46320" y="52578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Alojamento profissional (Postgres + Netlify/Vercel) — o mesmo tipo de infraestrutura usada por grandes marcas.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 o conteúdo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morada, horário e menu completo na folha de Google Sheets.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502920" cy="502920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48716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 site com domínio próprio (ex.: santacome.pt).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502920" cy="502920"/>
          </a:xfrm>
          <a:prstGeom prst="ellipse">
            <a:avLst/>
          </a:prstGeom>
          <a:solidFill>
            <a:srgbClr val="C1560F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os QR Codes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48716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nas mesas, montra e material de take-away.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12700">
            <a:solidFill>
              <a:srgbClr val="3A33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único de implementação + hosting a partir de €30/mês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Inclui: site completo, painel/Sheets de gestão, 4 idiomas, QR codes das mesas e suporte no arranque.</a:t>
            </a:r>
            <a:endParaRPr lang="en-US" sz="1300" dirty="0"/>
          </a:p>
        </p:txBody>
      </p:sp>
      <p:pic>
        <p:nvPicPr>
          <p:cNvPr id="18" name="Image 0" descr="C:/ProjetoCASA/santa-come/public/image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943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2026-08-17T15:19:39Z</dcterms:created>
  <dcterms:modified xsi:type="dcterms:W3CDTF">2026-08-17T15:19:39Z</dcterms:modified>
</cp:coreProperties>
</file>